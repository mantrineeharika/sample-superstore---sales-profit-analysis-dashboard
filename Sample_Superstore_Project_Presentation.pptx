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9" r:id="rId4"/>
    <p:sldId id="265" r:id="rId5"/>
    <p:sldId id="258" r:id="rId6"/>
    <p:sldId id="266" r:id="rId7"/>
    <p:sldId id="267" r:id="rId8"/>
    <p:sldId id="260" r:id="rId9"/>
    <p:sldId id="261" r:id="rId10"/>
    <p:sldId id="262" r:id="rId11"/>
    <p:sldId id="268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8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8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5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1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0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4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5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5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6937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5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2698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16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54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8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8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640" y="4599283"/>
            <a:ext cx="5826719" cy="109689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Done by </a:t>
            </a:r>
            <a:r>
              <a:rPr lang="en-US" dirty="0" err="1">
                <a:solidFill>
                  <a:schemeClr val="tx1"/>
                </a:solidFill>
              </a:rPr>
              <a:t>M.Neeharika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63C86-997D-6F5E-ED40-57663F56822F}"/>
              </a:ext>
            </a:extLst>
          </p:cNvPr>
          <p:cNvSpPr txBox="1"/>
          <p:nvPr/>
        </p:nvSpPr>
        <p:spPr>
          <a:xfrm>
            <a:off x="795130" y="2038258"/>
            <a:ext cx="54367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Superstore – Sales &amp; Profit Analysis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39790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438886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Analyzing Sample Superstore dataset using Power BI</a:t>
            </a:r>
            <a:r>
              <a:rPr lang="en-US" dirty="0"/>
              <a:t>.</a:t>
            </a:r>
            <a:endParaRPr dirty="0"/>
          </a:p>
          <a:p>
            <a:r>
              <a:rPr dirty="0"/>
              <a:t>Focus on Sales, Profit, and Customer Segments</a:t>
            </a:r>
            <a:r>
              <a:rPr lang="en-US" dirty="0"/>
              <a:t>.</a:t>
            </a:r>
            <a:endParaRPr dirty="0"/>
          </a:p>
          <a:p>
            <a:r>
              <a:rPr dirty="0"/>
              <a:t>Identify performance trends and business insights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86" y="927652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468703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Understand sales trends month-wise</a:t>
            </a:r>
            <a:r>
              <a:rPr lang="en-US" dirty="0"/>
              <a:t>.</a:t>
            </a:r>
            <a:endParaRPr dirty="0"/>
          </a:p>
          <a:p>
            <a:r>
              <a:rPr dirty="0"/>
              <a:t>Identify top-performing categories and products</a:t>
            </a:r>
            <a:r>
              <a:rPr lang="en-US" dirty="0"/>
              <a:t>.</a:t>
            </a:r>
            <a:endParaRPr dirty="0"/>
          </a:p>
          <a:p>
            <a:r>
              <a:rPr dirty="0"/>
              <a:t>Analyze profit distribution across segments</a:t>
            </a:r>
            <a:r>
              <a:rPr lang="en-US" dirty="0"/>
              <a:t>.</a:t>
            </a:r>
            <a:endParaRPr dirty="0"/>
          </a:p>
          <a:p>
            <a:r>
              <a:rPr dirty="0"/>
              <a:t>Provide interactive dashboard for business decisions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8872-202E-7C50-4696-77F737F1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1066801"/>
            <a:ext cx="6347713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C5F77-890C-6709-A95C-B81FDE3B3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2786756"/>
            <a:ext cx="6347714" cy="3880773"/>
          </a:xfrm>
        </p:spPr>
        <p:txBody>
          <a:bodyPr/>
          <a:lstStyle/>
          <a:p>
            <a:r>
              <a:rPr lang="en-US" dirty="0"/>
              <a:t>Business unable to identify profitable areas.</a:t>
            </a:r>
          </a:p>
          <a:p>
            <a:r>
              <a:rPr lang="en-US" dirty="0"/>
              <a:t>No clear visibility of sales patterns.</a:t>
            </a:r>
          </a:p>
          <a:p>
            <a:r>
              <a:rPr lang="en-US" dirty="0"/>
              <a:t>Lack of interactive reporting.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7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16637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Contains Order, Sales, Profit, Quantity, Category, Region, Segment fields</a:t>
            </a:r>
            <a:r>
              <a:rPr lang="en-US" dirty="0"/>
              <a:t>.</a:t>
            </a:r>
            <a:endParaRPr dirty="0"/>
          </a:p>
          <a:p>
            <a:r>
              <a:rPr dirty="0"/>
              <a:t>Used for building KPIs, charts, and customer analysis</a:t>
            </a:r>
            <a:r>
              <a:rPr lang="en-US" dirty="0"/>
              <a:t>.</a:t>
            </a:r>
            <a:endParaRPr dirty="0"/>
          </a:p>
          <a:p>
            <a:r>
              <a:rPr dirty="0"/>
              <a:t>Dataset from Superstore sales across multiple regions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7492-15FA-3C38-69BA-EE020C6B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77348"/>
            <a:ext cx="6347713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5997E-1A81-A0BB-D8F6-68144D7B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548216"/>
            <a:ext cx="6347714" cy="3880773"/>
          </a:xfrm>
        </p:spPr>
        <p:txBody>
          <a:bodyPr/>
          <a:lstStyle/>
          <a:p>
            <a:r>
              <a:rPr lang="en-US" dirty="0"/>
              <a:t>Data cleaning and preparation.</a:t>
            </a:r>
          </a:p>
          <a:p>
            <a:r>
              <a:rPr lang="en-US" dirty="0"/>
              <a:t>Exploratory data analysis.</a:t>
            </a:r>
          </a:p>
          <a:p>
            <a:r>
              <a:rPr lang="en-US" dirty="0"/>
              <a:t>Power BI dashboard creation.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82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A442-A6DF-8B01-353E-7F2CAF2D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32" y="1022491"/>
            <a:ext cx="6347713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5D9F-A15D-7C72-D79A-C0ACA95E7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31" y="2846389"/>
            <a:ext cx="6347714" cy="3880773"/>
          </a:xfrm>
        </p:spPr>
        <p:txBody>
          <a:bodyPr/>
          <a:lstStyle/>
          <a:p>
            <a:r>
              <a:rPr lang="en-US" dirty="0"/>
              <a:t>Handling missing and inconsistent values.</a:t>
            </a:r>
          </a:p>
          <a:p>
            <a:r>
              <a:rPr lang="en-US" dirty="0"/>
              <a:t>Understanding variations across regions.</a:t>
            </a:r>
          </a:p>
          <a:p>
            <a:r>
              <a:rPr lang="en-US" dirty="0"/>
              <a:t>Building clear dashboard layout.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29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912" y="967408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269" y="2468703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Data cleaning: removed nulls, duplicates</a:t>
            </a:r>
            <a:r>
              <a:rPr lang="en-US" dirty="0"/>
              <a:t>.</a:t>
            </a:r>
            <a:endParaRPr dirty="0"/>
          </a:p>
          <a:p>
            <a:r>
              <a:rPr dirty="0"/>
              <a:t>DAX measures created for KPIs</a:t>
            </a:r>
            <a:r>
              <a:rPr lang="en-US" dirty="0"/>
              <a:t>.</a:t>
            </a:r>
            <a:endParaRPr dirty="0"/>
          </a:p>
          <a:p>
            <a:r>
              <a:rPr dirty="0"/>
              <a:t>Visualizations: Bar chart, Line chart, Donut, Table</a:t>
            </a:r>
            <a:r>
              <a:rPr lang="en-US" dirty="0"/>
              <a:t>.</a:t>
            </a:r>
            <a:endParaRPr dirty="0"/>
          </a:p>
          <a:p>
            <a:r>
              <a:rPr dirty="0"/>
              <a:t>Slicers applied for Region and Segment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268" y="967409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KPIs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478642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Total Sales</a:t>
            </a:r>
          </a:p>
          <a:p>
            <a:r>
              <a:rPr dirty="0"/>
              <a:t>Total Orders</a:t>
            </a:r>
          </a:p>
          <a:p>
            <a:r>
              <a:rPr dirty="0"/>
              <a:t>Total Quantity</a:t>
            </a:r>
          </a:p>
          <a:p>
            <a:r>
              <a:rPr dirty="0"/>
              <a:t>Total Profit</a:t>
            </a:r>
          </a:p>
          <a:p>
            <a:r>
              <a:rPr dirty="0"/>
              <a:t>Profit Margin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68017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91" y="2188817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Sales trend by month</a:t>
            </a:r>
          </a:p>
          <a:p>
            <a:r>
              <a:rPr dirty="0"/>
              <a:t>Sales by category</a:t>
            </a:r>
          </a:p>
          <a:p>
            <a:r>
              <a:rPr dirty="0"/>
              <a:t>Profit by sub-category</a:t>
            </a:r>
          </a:p>
          <a:p>
            <a:r>
              <a:rPr dirty="0"/>
              <a:t>Customer segment breakdown</a:t>
            </a:r>
          </a:p>
          <a:p>
            <a:r>
              <a:rPr dirty="0"/>
              <a:t>Top 10 products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F702-83CA-E57D-3B4C-E803F311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4" y="367751"/>
            <a:ext cx="9462052" cy="705676"/>
          </a:xfrm>
        </p:spPr>
        <p:txBody>
          <a:bodyPr>
            <a:normAutofit/>
          </a:bodyPr>
          <a:lstStyle/>
          <a:p>
            <a:r>
              <a:rPr lang="en-US" sz="23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 Superstore – Sales &amp; Profit Analysis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44939-4C17-DAE9-CF35-723CEC3325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96" t="19291" r="16965" b="12624"/>
          <a:stretch>
            <a:fillRect/>
          </a:stretch>
        </p:blipFill>
        <p:spPr>
          <a:xfrm>
            <a:off x="0" y="1073427"/>
            <a:ext cx="9144000" cy="604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47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39790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419008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Technology category generated highest sales</a:t>
            </a:r>
            <a:r>
              <a:rPr lang="en-US" dirty="0"/>
              <a:t>.</a:t>
            </a:r>
            <a:endParaRPr dirty="0"/>
          </a:p>
          <a:p>
            <a:r>
              <a:rPr dirty="0"/>
              <a:t>Profit varies significantly across sub-categories</a:t>
            </a:r>
            <a:r>
              <a:rPr lang="en-US" dirty="0"/>
              <a:t>.</a:t>
            </a:r>
            <a:endParaRPr dirty="0"/>
          </a:p>
          <a:p>
            <a:r>
              <a:rPr dirty="0"/>
              <a:t>Consumer segment contributes the most revenue</a:t>
            </a:r>
            <a:r>
              <a:rPr lang="en-US" dirty="0"/>
              <a:t>.</a:t>
            </a:r>
            <a:endParaRPr dirty="0"/>
          </a:p>
          <a:p>
            <a:r>
              <a:rPr dirty="0"/>
              <a:t>Certain products delivered very high sales and quantity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147" y="871816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146" y="2488581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Dashboard helps understand performance clearly</a:t>
            </a:r>
            <a:r>
              <a:rPr lang="en-US" dirty="0"/>
              <a:t>.</a:t>
            </a:r>
            <a:endParaRPr dirty="0"/>
          </a:p>
          <a:p>
            <a:r>
              <a:rPr dirty="0"/>
              <a:t>Useful for business strategy and inventory planning</a:t>
            </a:r>
            <a:r>
              <a:rPr lang="en-US" dirty="0"/>
              <a:t>.</a:t>
            </a:r>
            <a:endParaRPr dirty="0"/>
          </a:p>
          <a:p>
            <a:r>
              <a:rPr dirty="0"/>
              <a:t>Future scope: forecasting, advanced analytics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281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PowerPoint Presentation</vt:lpstr>
      <vt:lpstr>Project Overview</vt:lpstr>
      <vt:lpstr> Objective</vt:lpstr>
      <vt:lpstr>Problem Statement</vt:lpstr>
      <vt:lpstr>Dataset Details</vt:lpstr>
      <vt:lpstr>Approach</vt:lpstr>
      <vt:lpstr>Challenges</vt:lpstr>
      <vt:lpstr>Methodology</vt:lpstr>
      <vt:lpstr>KPIs Used</vt:lpstr>
      <vt:lpstr>Dashboard Visuals</vt:lpstr>
      <vt:lpstr> Sample Superstore – Sales &amp; Profit Analysis Dashboard </vt:lpstr>
      <vt:lpstr>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GUDLA SRINIVAS RAO</dc:creator>
  <cp:keywords/>
  <dc:description>generated using python-pptx</dc:description>
  <cp:lastModifiedBy>neeharika mantri</cp:lastModifiedBy>
  <cp:revision>4</cp:revision>
  <dcterms:created xsi:type="dcterms:W3CDTF">2013-01-27T09:14:16Z</dcterms:created>
  <dcterms:modified xsi:type="dcterms:W3CDTF">2026-02-21T12:25:38Z</dcterms:modified>
  <cp:category/>
</cp:coreProperties>
</file>